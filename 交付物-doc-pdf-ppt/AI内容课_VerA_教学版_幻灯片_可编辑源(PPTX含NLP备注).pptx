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教学版VerA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 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分镜脚本→锁人物→逐镜→拼接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支约 90 秒短视频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