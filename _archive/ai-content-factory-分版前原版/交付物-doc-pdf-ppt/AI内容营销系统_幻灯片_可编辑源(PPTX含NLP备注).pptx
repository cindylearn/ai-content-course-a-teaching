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【NLP·框架预设(presupposition)】开场就把结果当既定事实说——'带走一整套能自己跑的系统'，预设学员一定能建成，降低防御。停顿两秒再讲话，用视觉先锚定'系统'这个词。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【NLP·痛点前置 + 对比框(contrast frame)】先承认学员的现状(会工具)，制造'但是'的落差。'先讲痛，再讲光'——先把痛点讲透，情绪到位，后面给方案才有拉力。语速放慢。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【NLP·对比框 + 损失厌恶】左惨右好，视觉对齐。左边故意用学员的真实挫败感('回去还是不知道发什么')。核心信息只有一句：卖方法论，不卖工具。这句要重复三次。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【NLP·未来预演(future pacing)】'想象走出教室的时候'——让学员在脑中先体验拥有系统的状态，把未来的收益变成现在的画面。用现在进行时描述，指着卡片一张张讲。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【NLP·隐喻(metaphor)】用身体做隐喻:大脑(决策)/双手(生产)/神经(自动化)。隐喻让抽象系统变得可感、好记。下一页展开这三层。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【NLP·组块化(chunking)】把复杂系统压成 3 个块,人脑一次只能记 3-4 块。每层一句话讲清'它负责什么'。这三层就是全课的骨架。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【NLP·yes-set + 差异化锚定】6 个技能学员大多认可(点头),先建立一连串'对'。然后把'搭成系统'定位成唯一差异点——'别人给不了的'制造稀缺。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【NLP·降低进入门槛】强调'免费''门槛低',消除'我做不到'的内在异议。工具不神秘,神秘的是怎么把它们连成系统——这正是课程价值。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【NLP·可行性拆解】大目标让人畏难,拆成 Session 就有掌控感。口号:一次一步。反复强调'每节走出教室都多一件成品'——即时反馈。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【NLP·进度可视化】一眼看到全程,制造'快到终点'的推动力。颜色编码:橙=地基,青=6技能,蓝=生产线,深=结课。讲的时候手指从上往下滑一遍。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【NLP·可预测结构降低焦虑】每节结构一样,学员知道会发生什么,安全感提升,学得更放松。'铁律'用命令句式(embedded command):先跑通1条再放量。这是全课最该被记住的一句操作原则。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【NLP·奠基仪式感】第0节不出成品,但要讲成'最重要的一节'——地基。让学员认真填品牌资料。用'喂'这个动词,把系统拟人化成需要喂养的伙伴。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【NLP·节奏一致 + 累积成就】六节结构相同,每节都以'交付物'收尾。橙色那列是学员最在意的——他们带走的东西。讲的时候强调:六节结束,你手上已有6件真产物。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【NLP·从会到能复制】关键转折:前面是'会做一个',这里是'能重复做一百个'。反复讲'跑通 1 条再复制'——这是系统化的核心动作。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【NLP·完成闭环 + 身份转变】结课=学员身份从'学工具的人'变成'拥有系统的人'。深色背景制造仪式感高潮。'系统会长大'——留下持续价值的想象。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【NLP·赋能框(empowerment)】把 AI 定位成学员的下属('执行力'),学员是老板('判断力')。消除'AI 会取代我'的恐惧,换成'我指挥 AI'的掌控感。这 8 条是学员回去后的操作守则。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【NLP·回指开场(callback)】结尾这句和封面同一句,首尾呼应,把整场收成一个完整回路。打勾清单=有形收获感。让学员心里默数'我会有5样东西'。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【NLP·行动预设 + 稀缺】'轮到你了'预设学员已决定参加,只差行动。'名额有限'(合规:不写具体数字)制造稀缺。结尾把报名说成'把自己带进教室'——低压力、画面化的 CTA。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144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线下实操课 · 一步一个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把 6 个 AI 技能，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搭成你自己的一站式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内容营销系统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不是学会一个工具 —— 是带走一整套能自己跑的系统。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SUMA College 特别课程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WHY  · 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先讲痛，再讲光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你已经会用 AI 工具了 —— 为什么还是做不出稳定、能卖的内容？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WHY · 真正缺的不是工具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市场卖你「工具」，你缺的是「方法」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212080" cy="109728"/>
          </a:xfrm>
          <a:prstGeom prst="rect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0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外面的课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教你一个工具怎么点按钮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会了 Midjourney、会了剪辑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回去还是不知道做什么、发什么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工具一换，全部作废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始终是「散件」，拼不成生意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我们教的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教你「怎样用 AI 有效做出东西」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6 个技能串成一条生产线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有内容矩阵，永远知道下一条发什么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工具换了，方法和系统还在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带走一套能自己跑、能放量的系统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WHY · 结课那天的你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想象走出这间教室的时候 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🧠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一张内容矩阵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上百条内容排好队，永远知道下一条发什么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两条生产线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图文一条、视频一条，能重复、能复制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📦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6 件真产物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文案 / 海报 / 数字人 / PPT / 配乐 / 短视频 各一件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一套能放量的系统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标个状态就自动生产，还能自己迭代记录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WHAT · 你要搭的是什么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一个会自己跑的系统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不是零散的技巧集合 —— 是一套「大脑 + 双手 + 神经」协作的内容工厂。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系统的三层结构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一站式 AI 内容营销系统 = 大脑 + 双手 + 神经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46304" cy="123444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🧠 大脑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93976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内容矩阵（Notion）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受众 × 漏斗 × Hook 排成一张表，管上百条内容，决定做什么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01568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146304" cy="123444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✋ 双手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29584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6 条 AI 生产线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84448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文案 · 图像 · 数字人 · PPT · 音乐 · 影片 —— 把想法变成成品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37176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37176"/>
            <a:ext cx="146304" cy="123444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01768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⚡ 神经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6519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自动化编排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020056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标状态就生产、批量放量、push GitHub 记录，让系统自己转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我们的差异化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先学 6 个 AI 技能，再把它们「搭成系统」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✍️ AI 文案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🖼️ AI 图像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🧑‍💼 AI 数字人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📊 AI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🎵 AI 音乐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🎬 AI 影片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⟶  一站式 AI 内容营销系统（这才是别人给不了的）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外面卖单个 skill；我们给你 template + md + skill，让你搭出自己的系统。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WHAT · 真实工具栈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全套只用这几样 —— 门槛很低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Notion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内容矩阵大脑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免费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3783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3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3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Claude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总指挥 + 文案/PPT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6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6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6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Higgsfield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图像 / 数字人 / 影片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视觉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1189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51189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69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Suno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背景配乐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音乐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2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2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2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GitHub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版本记录 / 备份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免费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+ 一套 Claude skill 包（记忆系统 / ai-content-factory / 文案框架 / 视频框架）把它们连起来。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HOW · 怎么一步步搭起来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一步一个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从喂地基 → 一节学会一个技能并当场做出产物 → 一节节拼成完整系统。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0 → 10：从地基到结课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0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喂地基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1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AI文案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2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AI图像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3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数字人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4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 PPT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5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AI音乐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6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AI影片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7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内容矩阵·大脑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8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图文生产线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9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视频生产线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10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自动化 + 串成系统  →  🎓 结课：你自己的一站式系统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每一节长什么样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每个 Session 固定 4 块 —— 学完就有产物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🎯 本节目标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学完能做到什么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📦 学 / 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装哪个 skill、读哪份 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🛠️ 当场动手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线下现场做一遍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719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🎁 交付物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走出教室多一件真东西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铁律：一次一步 · 先跑通 1 条再放量（One before many）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SESSION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开课 · 喂地基（Feed）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38728" cy="109728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学什么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装记忆系统 + ai-content-factory 总览 skill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读 SETUP 详细清单 / TEMPLATE 填空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连 Notion / Higgsfield / Suno 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874519"/>
            <a:ext cx="3538728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WHY · 为什么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系统准不准，全看地基喂得对不对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品牌名、受众、品牌色、合规红线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喂进去，之后每一步自动遵守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874519"/>
            <a:ext cx="3538728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HOW · 怎么做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把品牌资料写进 memory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 logo（浅底/深底）、品牌色下载好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把账号一个个连上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🎁 走出教室：你的品牌地基 memory + 账号全连好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SESSION 1–6 · 六个 AI 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一节学一个技能，当场做出一件产物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789920" cy="73152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938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2938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9293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当场动手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2938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🎁 交付物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334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6334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✍️ AI 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6334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分层框架(ToFu/MoFu/BoFu)+8钩子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5168" y="2633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3 条广告文案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649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364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🖼️ AI 图像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36499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场景 prompt → 出图 → 合 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364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张成品海报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7764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96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0965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🧑‍💼 AI 数字人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0965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锁脸参考图 → 数字主播口播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0965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你的数字主播 + 口播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280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8280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📊 AI PPT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482803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内容结构 → 品牌化卖点页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482803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份卖点 PPT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4068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595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55595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🎵 AI 音乐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555955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按情绪 prompt Suno 出配乐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555955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段可商用背景乐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17220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291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6291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🎬 AI 影片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62910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8 分镜脚本→锁人物→逐镜→拼接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62910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支约 90 秒短视频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SESSION 7–9 · 串成生产线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把散件接成能重复的流水线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7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🧠 内容矩阵（大脑）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建 Notion 数据库：受众 × 漏斗 ×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你的内容矩阵表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47288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47288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3016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8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📸 图文生产线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673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文案→图像→logo→Notion→Drive 跑通 1 条再复制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6732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一批图文 + 图文线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8616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928616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11496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9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🎥 视频生产线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248656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脚本→锁人物→逐镜→音乐→拼接 跑通再复制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48656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一批视频 + 视频线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SESSION 10 · CAPSTONE 结课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自动化 + 串成你自己的系统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把 6 个技能串成一条能自己跑的流水线：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状态驱动 —— 标了 Proceed 才自动生产，不乱花钱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批量放量 —— 一条跑通，复制成一百条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push GitHub —— 每次迭代都留记录，系统会长大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🎓 交付：你自己的一站式 AI 内容营销系统（可复制 · 可放量 · 有记录）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贯穿全课的心法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你是判断力，AI 是执行力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① 从小事切入，先跑通一个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② 用真实信息喂它（越具体越准）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07208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③ 看 → 挑刺 → 纠正，别一次要完美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07208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07208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④ 边做边把规矩立进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94176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94176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⑤ 花钱/放量前，先点头（决策闸门）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94176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94176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⑥ 先验 1 个，再放量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81144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81144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⑦ 体力活给 AI，判断留自己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81144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81144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⑧ 满意的成品当范本，锁住风格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结课那天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你带走的不是笔记，是一套能自己跑的系统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一套属于你品牌的内容矩阵（Notion）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一条图文生产线 + 一条视频生产线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6 个 AI 技能的真实产物各一件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一份可放量、可自动化、可记录的系统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一套 skill + md + 口令本，回去照着继续搭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—— 不是学会一个工具，是带走一整套能自己跑的系统。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144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现在，轮到你搭自己的系统了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线下实操课 · 一步一个 Session · 每节都当场做出成品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名额有限 —— 把想学 AI 内容的自己，带进这间教室。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SUMA College 特别课程【AI内容营销系统 + 线下实操课】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